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8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3"/>
  </p:sldMasterIdLst>
  <p:notesMasterIdLst>
    <p:notesMasterId r:id="rId17"/>
  </p:notesMasterIdLst>
  <p:handoutMasterIdLst>
    <p:handoutMasterId r:id="rId18"/>
  </p:handoutMasterIdLst>
  <p:sldIdLst>
    <p:sldId id="321" r:id="rId4"/>
    <p:sldId id="330" r:id="rId5"/>
    <p:sldId id="290" r:id="rId6"/>
    <p:sldId id="331" r:id="rId7"/>
    <p:sldId id="333" r:id="rId8"/>
    <p:sldId id="332" r:id="rId9"/>
    <p:sldId id="334" r:id="rId10"/>
    <p:sldId id="336" r:id="rId11"/>
    <p:sldId id="337" r:id="rId12"/>
    <p:sldId id="340" r:id="rId13"/>
    <p:sldId id="338" r:id="rId14"/>
    <p:sldId id="339" r:id="rId15"/>
    <p:sldId id="341" r:id="rId16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otes" id="{22A221C9-5B71-4357-B92B-47EC9E1F1A43}">
          <p14:sldIdLst/>
        </p14:section>
        <p14:section name="Slide examples" id="{92C1AA63-312F-4789-8247-203676534D38}">
          <p14:sldIdLst>
            <p14:sldId id="321"/>
            <p14:sldId id="330"/>
            <p14:sldId id="290"/>
            <p14:sldId id="331"/>
            <p14:sldId id="333"/>
            <p14:sldId id="332"/>
            <p14:sldId id="334"/>
            <p14:sldId id="336"/>
            <p14:sldId id="337"/>
            <p14:sldId id="340"/>
            <p14:sldId id="338"/>
            <p14:sldId id="339"/>
            <p14:sldId id="34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71E"/>
    <a:srgbClr val="F300D6"/>
    <a:srgbClr val="9A07CB"/>
    <a:srgbClr val="00467F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187" autoAdjust="0"/>
  </p:normalViewPr>
  <p:slideViewPr>
    <p:cSldViewPr snapToGrid="0" snapToObjects="1" showGuides="1">
      <p:cViewPr>
        <p:scale>
          <a:sx n="50" d="100"/>
          <a:sy n="50" d="100"/>
        </p:scale>
        <p:origin x="1500" y="378"/>
      </p:cViewPr>
      <p:guideLst/>
    </p:cSldViewPr>
  </p:slideViewPr>
  <p:outlineViewPr>
    <p:cViewPr>
      <p:scale>
        <a:sx n="33" d="100"/>
        <a:sy n="33" d="100"/>
      </p:scale>
      <p:origin x="0" y="-246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napToGrid="0" snapToObjects="1" showGuides="1">
      <p:cViewPr varScale="1">
        <p:scale>
          <a:sx n="80" d="100"/>
          <a:sy n="80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1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tags" Target="tags/tag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7904110-CA28-333E-2C34-1D6898DC0F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78BA21-CD2F-EE12-5978-472132E8FF6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F5959A-AE8E-4098-8E47-081D9FE6ACD1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0F835B-6669-0F4A-D3F6-4284B75B49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16185-AADD-6E7A-A4FC-A558DFE03E0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9649B8-B442-4509-AEA1-C442A31137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135219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82F50848-CCE2-4F33-8910-F863336B6EB2}" type="datetimeFigureOut">
              <a:rPr lang="de-CH" smtClean="0"/>
              <a:pPr/>
              <a:t>28.08.2025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CH"/>
              <a:t>Click to edit Master text styles</a:t>
            </a:r>
          </a:p>
          <a:p>
            <a:pPr lvl="1"/>
            <a:r>
              <a:rPr lang="de-CH"/>
              <a:t>Second level</a:t>
            </a:r>
          </a:p>
          <a:p>
            <a:pPr lvl="2"/>
            <a:r>
              <a:rPr lang="de-CH"/>
              <a:t>Third level</a:t>
            </a:r>
          </a:p>
          <a:p>
            <a:pPr lvl="3"/>
            <a:r>
              <a:rPr lang="de-CH"/>
              <a:t>Fourth level</a:t>
            </a:r>
          </a:p>
          <a:p>
            <a:pPr lvl="4"/>
            <a:r>
              <a:rPr lang="de-CH"/>
              <a:t>Fifth level</a:t>
            </a:r>
            <a:endParaRPr lang="de-CH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6A4FF178-7F5C-4C53-AC97-DF4205D97146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55230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90493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18245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3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453564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2817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5" Type="http://schemas.openxmlformats.org/officeDocument/2006/relationships/image" Target="../media/image11.jpeg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5" Type="http://schemas.openxmlformats.org/officeDocument/2006/relationships/image" Target="../media/image11.jpeg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 /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DB8E7BCA-FF9A-86C4-163D-494ED3E694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25569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DB8E7BCA-FF9A-86C4-163D-494ED3E694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F14BDA87-C9C8-CD58-C9D7-0C952C1D73C0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chemeClr val="tx2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2B1088E-A830-D72F-9D81-51D4D3480FB8}"/>
              </a:ext>
            </a:extLst>
          </p:cNvPr>
          <p:cNvGrpSpPr/>
          <p:nvPr userDrawn="1"/>
        </p:nvGrpSpPr>
        <p:grpSpPr>
          <a:xfrm>
            <a:off x="2424000" y="3370961"/>
            <a:ext cx="7489526" cy="1214079"/>
            <a:chOff x="2424000" y="3370961"/>
            <a:chExt cx="7489526" cy="1214079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5765E41D-34F7-E790-C1FD-DC00CEE7C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424000" y="3370961"/>
              <a:ext cx="7489526" cy="432000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8FD31BA-980D-D11B-2EEB-4180204D34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681512" y="4351040"/>
              <a:ext cx="6828977" cy="23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485443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76882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EC64C37-AEAB-AB56-B60A-FA7B85FC0FAA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21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1999" y="5868000"/>
            <a:ext cx="11331375" cy="369332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999" y="4246162"/>
            <a:ext cx="11331375" cy="1477328"/>
          </a:xfrm>
        </p:spPr>
        <p:txBody>
          <a:bodyPr vert="horz" anchor="b">
            <a:noAutofit/>
          </a:bodyPr>
          <a:lstStyle>
            <a:lvl1pPr algn="l" rtl="0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84666033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 userDrawn="1">
          <p15:clr>
            <a:srgbClr val="FBAE40"/>
          </p15:clr>
        </p15:guide>
        <p15:guide id="7" pos="740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custome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38051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18B174F-64CB-F020-88E2-1F63BD8A9992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21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1999" y="5868000"/>
            <a:ext cx="11331375" cy="369332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999" y="4246162"/>
            <a:ext cx="11331375" cy="1477328"/>
          </a:xfrm>
        </p:spPr>
        <p:txBody>
          <a:bodyPr vert="horz" anchor="b">
            <a:noAutofit/>
          </a:bodyPr>
          <a:lstStyle>
            <a:lvl1pPr algn="l" rtl="0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24" name="Text Placeholder 43">
            <a:extLst>
              <a:ext uri="{FF2B5EF4-FFF2-40B4-BE49-F238E27FC236}">
                <a16:creationId xmlns:a16="http://schemas.microsoft.com/office/drawing/2014/main" id="{BDEA299F-CF48-A5F1-3781-1AB2A986B4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69200" y="1962000"/>
            <a:ext cx="2592000" cy="1296000"/>
          </a:xfrm>
          <a:solidFill>
            <a:schemeClr val="bg1"/>
          </a:solid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346053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 userDrawn="1">
          <p15:clr>
            <a:srgbClr val="FBAE40"/>
          </p15:clr>
        </p15:guide>
        <p15:guide id="7" pos="740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C815432-1626-BBCF-EDFF-4A58259064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17015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C815432-1626-BBCF-EDFF-4A58259064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C9DC67D7-52EE-6ADA-F962-34E45323AA0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1098000"/>
            <a:ext cx="6096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AA92BD0-3906-45A7-FD93-C56CA8C7C6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000" y="1530000"/>
            <a:ext cx="5232000" cy="4896000"/>
          </a:xfrm>
        </p:spPr>
        <p:txBody>
          <a:bodyPr anchor="t"/>
          <a:lstStyle>
            <a:lvl1pPr marL="625475" indent="-625475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ct val="130000"/>
              <a:buFont typeface="+mj-lt"/>
              <a:buAutoNum type="arabicPeriod"/>
              <a:defRPr b="1">
                <a:solidFill>
                  <a:schemeClr val="tx1"/>
                </a:solidFill>
              </a:defRPr>
            </a:lvl1pPr>
            <a:lvl2pPr marL="625475" indent="0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noProof="0"/>
              <a:t>Add agenda topic, 18 pt</a:t>
            </a:r>
          </a:p>
          <a:p>
            <a:pPr lvl="1"/>
            <a:r>
              <a:rPr lang="en-GB" noProof="0"/>
              <a:t>Subtopic, 16 pt</a:t>
            </a:r>
          </a:p>
          <a:p>
            <a:pPr lvl="1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385BAD-0861-C6A4-56E2-BF176F171A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</a:t>
            </a:r>
          </a:p>
        </p:txBody>
      </p:sp>
    </p:spTree>
    <p:extLst>
      <p:ext uri="{BB962C8B-B14F-4D97-AF65-F5344CB8AC3E}">
        <p14:creationId xmlns:p14="http://schemas.microsoft.com/office/powerpoint/2010/main" val="1140928159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8" orient="horz" pos="692" userDrawn="1">
          <p15:clr>
            <a:srgbClr val="FBAE40"/>
          </p15:clr>
        </p15:guide>
        <p15:guide id="9" pos="270" userDrawn="1">
          <p15:clr>
            <a:srgbClr val="FBAE40"/>
          </p15:clr>
        </p15:guide>
        <p15:guide id="10" pos="3839" userDrawn="1">
          <p15:clr>
            <a:srgbClr val="FBAE40"/>
          </p15:clr>
        </p15:guide>
        <p15:guide id="11" orient="horz" pos="4047" userDrawn="1">
          <p15:clr>
            <a:srgbClr val="FBAE40"/>
          </p15:clr>
        </p15:guide>
        <p15:guide id="12" orient="horz" pos="963" userDrawn="1">
          <p15:clr>
            <a:srgbClr val="FBAE40"/>
          </p15:clr>
        </p15:guide>
        <p15:guide id="13" pos="356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55909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EC64C37-AEAB-AB56-B60A-FA7B85FC0FAA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21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1999" y="5868000"/>
            <a:ext cx="11331375" cy="369332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999" y="4246162"/>
            <a:ext cx="11331375" cy="1477328"/>
          </a:xfrm>
        </p:spPr>
        <p:txBody>
          <a:bodyPr vert="horz" anchor="b">
            <a:noAutofit/>
          </a:bodyPr>
          <a:lstStyle>
            <a:lvl1pPr algn="l" rtl="0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Chapter 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23631067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 userDrawn="1">
          <p15:clr>
            <a:srgbClr val="FBAE40"/>
          </p15:clr>
        </p15:guide>
        <p15:guide id="7" pos="740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40822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1528763"/>
            <a:ext cx="11329200" cy="4899025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 dirty="0"/>
              <a:t>First level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87379739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3" orient="horz" pos="963" userDrawn="1">
          <p15:clr>
            <a:srgbClr val="FBAE40"/>
          </p15:clr>
        </p15:guide>
        <p15:guide id="14" pos="270" userDrawn="1">
          <p15:clr>
            <a:srgbClr val="FBAE40"/>
          </p15:clr>
        </p15:guide>
        <p15:guide id="15" orient="horz" pos="692" userDrawn="1">
          <p15:clr>
            <a:srgbClr val="FBAE40"/>
          </p15:clr>
        </p15:guide>
        <p15:guide id="16" orient="horz" pos="4049" userDrawn="1">
          <p15:clr>
            <a:srgbClr val="FBAE40"/>
          </p15:clr>
        </p15:guide>
        <p15:guide id="17" pos="7409" userDrawn="1">
          <p15:clr>
            <a:srgbClr val="FBAE40"/>
          </p15:clr>
        </p15:guide>
        <p15:guide id="18" orient="horz" pos="135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40822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2160587"/>
            <a:ext cx="11329200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113292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69886104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3" orient="horz" pos="963" userDrawn="1">
          <p15:clr>
            <a:srgbClr val="FBAE40"/>
          </p15:clr>
        </p15:guide>
        <p15:guide id="14" pos="270" userDrawn="1">
          <p15:clr>
            <a:srgbClr val="FBAE40"/>
          </p15:clr>
        </p15:guide>
        <p15:guide id="15" orient="horz" pos="692" userDrawn="1">
          <p15:clr>
            <a:srgbClr val="FBAE40"/>
          </p15:clr>
        </p15:guide>
        <p15:guide id="16" orient="horz" pos="4049" userDrawn="1">
          <p15:clr>
            <a:srgbClr val="FBAE40"/>
          </p15:clr>
        </p15:guide>
        <p15:guide id="17" pos="7409" userDrawn="1">
          <p15:clr>
            <a:srgbClr val="FBAE40"/>
          </p15:clr>
        </p15:guide>
        <p15:guide id="18" orient="horz" pos="135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2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0059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160587"/>
            <a:ext cx="5447999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1530000"/>
            <a:ext cx="5447999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F02CE17-8D55-2AB5-3A7A-2B03B0A6A3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2000" y="2160587"/>
            <a:ext cx="5449788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C5A4294C-7368-31A6-E5C9-30880ECCFD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2000" y="1530000"/>
            <a:ext cx="5449788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</p:spTree>
    <p:extLst>
      <p:ext uri="{BB962C8B-B14F-4D97-AF65-F5344CB8AC3E}">
        <p14:creationId xmlns:p14="http://schemas.microsoft.com/office/powerpoint/2010/main" val="393578478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5" orient="horz" pos="963" userDrawn="1">
          <p15:clr>
            <a:srgbClr val="FBAE40"/>
          </p15:clr>
        </p15:guide>
        <p15:guide id="16" pos="270" userDrawn="1">
          <p15:clr>
            <a:srgbClr val="FBAE40"/>
          </p15:clr>
        </p15:guide>
        <p15:guide id="17" orient="horz" pos="692" userDrawn="1">
          <p15:clr>
            <a:srgbClr val="FBAE40"/>
          </p15:clr>
        </p15:guide>
        <p15:guide id="18" orient="horz" pos="4049" userDrawn="1">
          <p15:clr>
            <a:srgbClr val="FBAE40"/>
          </p15:clr>
        </p15:guide>
        <p15:guide id="19" pos="7409" userDrawn="1">
          <p15:clr>
            <a:srgbClr val="FBAE40"/>
          </p15:clr>
        </p15:guide>
        <p15:guide id="20" orient="horz" pos="1359" userDrawn="1">
          <p15:clr>
            <a:srgbClr val="FBAE40"/>
          </p15:clr>
        </p15:guide>
        <p15:guide id="21" pos="3974" userDrawn="1">
          <p15:clr>
            <a:srgbClr val="FBAE40"/>
          </p15:clr>
        </p15:guide>
        <p15:guide id="22" pos="370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3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28247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160587"/>
            <a:ext cx="3488000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34884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F02CE17-8D55-2AB5-3A7A-2B03B0A6A3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52000" y="2160587"/>
            <a:ext cx="3488000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C5A4294C-7368-31A6-E5C9-30880ECCFD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1600" y="1530000"/>
            <a:ext cx="34884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84BE735-54B6-3B7B-5644-995106F03F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72000" y="2160587"/>
            <a:ext cx="3488000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B2CD99D5-47E6-B7D2-CB87-F8AD5F3682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72000" y="1530000"/>
            <a:ext cx="34884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</p:spTree>
    <p:extLst>
      <p:ext uri="{BB962C8B-B14F-4D97-AF65-F5344CB8AC3E}">
        <p14:creationId xmlns:p14="http://schemas.microsoft.com/office/powerpoint/2010/main" val="98978999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orient="horz" pos="1359" userDrawn="1">
          <p15:clr>
            <a:srgbClr val="FBAE40"/>
          </p15:clr>
        </p15:guide>
        <p15:guide id="23" pos="5210" userDrawn="1">
          <p15:clr>
            <a:srgbClr val="FBAE40"/>
          </p15:clr>
        </p15:guide>
        <p15:guide id="24" pos="4940" userDrawn="1">
          <p15:clr>
            <a:srgbClr val="FBAE40"/>
          </p15:clr>
        </p15:guide>
        <p15:guide id="25" pos="2740" userDrawn="1">
          <p15:clr>
            <a:srgbClr val="FBAE40"/>
          </p15:clr>
        </p15:guide>
        <p15:guide id="26" pos="247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 with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63642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1098000"/>
            <a:ext cx="6096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160001"/>
            <a:ext cx="5232200" cy="4267788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1530000"/>
            <a:ext cx="52322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12DC60-1B20-60A5-7F1D-CE4A63B8D6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0587211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orient="horz" pos="1359" userDrawn="1">
          <p15:clr>
            <a:srgbClr val="FBAE40"/>
          </p15:clr>
        </p15:guide>
        <p15:guide id="22" pos="3568" userDrawn="1">
          <p15:clr>
            <a:srgbClr val="FBAE40"/>
          </p15:clr>
        </p15:guide>
        <p15:guide id="23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 with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23236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7598" y="1098000"/>
            <a:ext cx="4064402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2160000"/>
            <a:ext cx="7263999" cy="4267789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7263999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D752F1-9B09-8D70-F3E1-C60862EE4A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66155744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orient="horz" pos="1359" userDrawn="1">
          <p15:clr>
            <a:srgbClr val="FBAE40"/>
          </p15:clr>
        </p15:guide>
        <p15:guide id="23" pos="4848" userDrawn="1">
          <p15:clr>
            <a:srgbClr val="FBAE40"/>
          </p15:clr>
        </p15:guide>
        <p15:guide id="24" pos="512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 with 1/4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50394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B39D5703-BD1C-3A16-A4A7-30E0EE62B04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146400" y="1098000"/>
            <a:ext cx="30456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2160000"/>
            <a:ext cx="8285287" cy="4267789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8286551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D752F1-9B09-8D70-F3E1-C60862EE4A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560924079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orient="horz" pos="1359" userDrawn="1">
          <p15:clr>
            <a:srgbClr val="FBAE40"/>
          </p15:clr>
        </p15:guide>
        <p15:guide id="23" pos="5492" userDrawn="1">
          <p15:clr>
            <a:srgbClr val="FBAE40"/>
          </p15:clr>
        </p15:guide>
        <p15:guide id="24" pos="576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text with 1/3 image + white space fo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83663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7598" y="1098000"/>
            <a:ext cx="4064402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2160000"/>
            <a:ext cx="7263999" cy="4267789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7263999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157B48F4-BDD6-6F20-ED74-A0F80415BF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81425" y="5131789"/>
            <a:ext cx="3178576" cy="1296000"/>
          </a:xfrm>
          <a:solidFill>
            <a:schemeClr val="bg1"/>
          </a:solid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D752F1-9B09-8D70-F3E1-C60862EE4A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438534682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orient="horz" pos="1359" userDrawn="1">
          <p15:clr>
            <a:srgbClr val="FBAE40"/>
          </p15:clr>
        </p15:guide>
        <p15:guide id="23" pos="4848" userDrawn="1">
          <p15:clr>
            <a:srgbClr val="FBAE40"/>
          </p15:clr>
        </p15:guide>
        <p15:guide id="24" pos="512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2 texts with 1/4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21622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46400" y="1098000"/>
            <a:ext cx="30456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8" y="2157413"/>
            <a:ext cx="3928356" cy="4270375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8" y="1530000"/>
            <a:ext cx="3928356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57C43C1D-0D5A-3546-923A-9906F73102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2355" y="2157413"/>
            <a:ext cx="3924931" cy="4270375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25734A7E-A371-8589-95F1-486EF3BDC2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2355" y="1530000"/>
            <a:ext cx="3924931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5B0D54-9E65-6676-5BE0-B1EC73550C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3153228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9" orient="horz" pos="963" userDrawn="1">
          <p15:clr>
            <a:srgbClr val="FBAE40"/>
          </p15:clr>
        </p15:guide>
        <p15:guide id="20" pos="270" userDrawn="1">
          <p15:clr>
            <a:srgbClr val="FBAE40"/>
          </p15:clr>
        </p15:guide>
        <p15:guide id="21" orient="horz" pos="692" userDrawn="1">
          <p15:clr>
            <a:srgbClr val="FBAE40"/>
          </p15:clr>
        </p15:guide>
        <p15:guide id="22" orient="horz" pos="4049" userDrawn="1">
          <p15:clr>
            <a:srgbClr val="FBAE40"/>
          </p15:clr>
        </p15:guide>
        <p15:guide id="23" orient="horz" pos="1359" userDrawn="1">
          <p15:clr>
            <a:srgbClr val="FBAE40"/>
          </p15:clr>
        </p15:guide>
        <p15:guide id="24" pos="5490" userDrawn="1">
          <p15:clr>
            <a:srgbClr val="FBAE40"/>
          </p15:clr>
        </p15:guide>
        <p15:guide id="25" pos="5760" userDrawn="1">
          <p15:clr>
            <a:srgbClr val="FBAE40"/>
          </p15:clr>
        </p15:guide>
        <p15:guide id="26" pos="3018" userDrawn="1">
          <p15:clr>
            <a:srgbClr val="FBAE40"/>
          </p15:clr>
        </p15:guide>
        <p15:guide id="27" pos="274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imon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726307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6096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B8952-F9D6-8A77-2EE2-5858DB422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29187" y="1528763"/>
            <a:ext cx="5232602" cy="4896000"/>
          </a:xfrm>
        </p:spPr>
        <p:txBody>
          <a:bodyPr/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Text</a:t>
            </a: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6E9374FC-ECE4-7A38-5807-87AE94A088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64001" y="4365382"/>
            <a:ext cx="4798800" cy="2062406"/>
          </a:xfrm>
          <a:solidFill>
            <a:schemeClr val="tx2">
              <a:alpha val="85000"/>
            </a:schemeClr>
          </a:solidFill>
        </p:spPr>
        <p:txBody>
          <a:bodyPr lIns="288000" tIns="288000" rIns="288000" bIns="288000" anchor="b">
            <a:spAutoFit/>
          </a:bodyPr>
          <a:lstStyle>
            <a:lvl1pPr marL="0" indent="0" rtl="0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4" name="Text Placeholder 43">
            <a:extLst>
              <a:ext uri="{FF2B5EF4-FFF2-40B4-BE49-F238E27FC236}">
                <a16:creationId xmlns:a16="http://schemas.microsoft.com/office/drawing/2014/main" id="{38EE8FDF-DB06-4651-3389-787CA10E779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4001" y="4238556"/>
            <a:ext cx="288000" cy="253652"/>
          </a:xfr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  <p:sp>
        <p:nvSpPr>
          <p:cNvPr id="77" name="Text Placeholder 43">
            <a:extLst>
              <a:ext uri="{FF2B5EF4-FFF2-40B4-BE49-F238E27FC236}">
                <a16:creationId xmlns:a16="http://schemas.microsoft.com/office/drawing/2014/main" id="{9A496C9E-D567-76DE-1404-D4A0596855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flipH="1" flipV="1">
            <a:off x="5374801" y="6292522"/>
            <a:ext cx="288000" cy="253652"/>
          </a:xfr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498870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6" pos="3840">
          <p15:clr>
            <a:srgbClr val="FBAE40"/>
          </p15:clr>
        </p15:guide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pos="411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text with imag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9445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1944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3475239"/>
            <a:ext cx="11329789" cy="2952549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FF00CA-6EEE-1446-767F-22A63CDAED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368109393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5" orient="horz" pos="1916" userDrawn="1">
          <p15:clr>
            <a:srgbClr val="FBAE40"/>
          </p15:clr>
        </p15:guide>
        <p15:guide id="16" pos="270" userDrawn="1">
          <p15:clr>
            <a:srgbClr val="FBAE40"/>
          </p15:clr>
        </p15:guide>
        <p15:guide id="17" orient="horz" pos="692" userDrawn="1">
          <p15:clr>
            <a:srgbClr val="FBAE40"/>
          </p15:clr>
        </p15:guide>
        <p15:guide id="18" orient="horz" pos="4049" userDrawn="1">
          <p15:clr>
            <a:srgbClr val="FBAE40"/>
          </p15:clr>
        </p15:guide>
        <p15:guide id="19" pos="7409" userDrawn="1">
          <p15:clr>
            <a:srgbClr val="FBAE40"/>
          </p15:clr>
        </p15:guide>
        <p15:guide id="20" orient="horz" pos="2187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od slide / full-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6345F9D-58D8-A03C-2C14-3C466D3CBBE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696876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6345F9D-58D8-A03C-2C14-3C466D3CBB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4414B2E-C340-9140-1BD1-92410CBF7B5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4" name="Text Placeholder 38">
            <a:extLst>
              <a:ext uri="{FF2B5EF4-FFF2-40B4-BE49-F238E27FC236}">
                <a16:creationId xmlns:a16="http://schemas.microsoft.com/office/drawing/2014/main" id="{9765689A-1419-4CD4-170E-F5C60B6417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000" y="1098000"/>
            <a:ext cx="8640000" cy="1487991"/>
          </a:xfrm>
          <a:solidFill>
            <a:schemeClr val="tx2">
              <a:alpha val="85000"/>
            </a:schemeClr>
          </a:solidFill>
        </p:spPr>
        <p:txBody>
          <a:bodyPr wrap="square" lIns="432000" tIns="432000" rIns="432000" bIns="432000" anchor="t">
            <a:spAutoFit/>
          </a:bodyPr>
          <a:lstStyle>
            <a:lvl1pPr marL="0" indent="0" rtl="0">
              <a:lnSpc>
                <a:spcPct val="100000"/>
              </a:lnSpc>
              <a:spcAft>
                <a:spcPts val="0"/>
              </a:spcAft>
              <a:buNone/>
              <a:defRPr sz="4000" b="1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Text, 40pt</a:t>
            </a:r>
          </a:p>
        </p:txBody>
      </p:sp>
      <p:sp>
        <p:nvSpPr>
          <p:cNvPr id="15" name="Text Placeholder 43">
            <a:extLst>
              <a:ext uri="{FF2B5EF4-FFF2-40B4-BE49-F238E27FC236}">
                <a16:creationId xmlns:a16="http://schemas.microsoft.com/office/drawing/2014/main" id="{8E425FDA-ACD2-D989-043B-F820E6AB51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41432" y="172618"/>
            <a:ext cx="1350568" cy="684364"/>
          </a:xfr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567951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3" pos="270" userDrawn="1">
          <p15:clr>
            <a:srgbClr val="FBAE40"/>
          </p15:clr>
        </p15:guide>
        <p15:guide id="4" pos="5715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12975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B1008097-4228-1AEA-6834-837AEB6C765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B8952-F9D6-8A77-2EE2-5858DB422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48137067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0" pos="270" userDrawn="1">
          <p15:clr>
            <a:srgbClr val="FBAE40"/>
          </p15:clr>
        </p15:guide>
        <p15:guide id="11" orient="horz" pos="69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5140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1B83D0F-C30D-1DAC-90DB-D661B5AF37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61360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B90C9969-7DC5-B20D-8F4C-02AC5884CB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22980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D33D3630-A9BD-59E4-DB03-46F3F54B0B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61360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2A5B2A23-B287-6454-94B2-CD33371006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22980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CC2D6935-038F-D464-C92D-808B5EA87C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32825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FD410EBB-3FEB-6D5F-877D-39A60AC85BE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894445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C2CF4B-8A3C-13FA-BECD-9DB01F4A6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3330464618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 userDrawn="1">
          <p15:clr>
            <a:srgbClr val="FBAE40"/>
          </p15:clr>
        </p15:guide>
        <p15:guide id="13" pos="270" userDrawn="1">
          <p15:clr>
            <a:srgbClr val="FBAE40"/>
          </p15:clr>
        </p15:guide>
        <p15:guide id="14" orient="horz" pos="692" userDrawn="1">
          <p15:clr>
            <a:srgbClr val="FBAE40"/>
          </p15:clr>
        </p15:guide>
        <p15:guide id="15" orient="horz" pos="4049" userDrawn="1">
          <p15:clr>
            <a:srgbClr val="FBAE40"/>
          </p15:clr>
        </p15:guide>
        <p15:guide id="16" pos="740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97672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575FA654-6B49-780A-BFB4-222C9877472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1B83D0F-C30D-1DAC-90DB-D661B5AF37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0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B90C9969-7DC5-B20D-8F4C-02AC5884CB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4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D33D3630-A9BD-59E4-DB03-46F3F54B0B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2A5B2A23-B287-6454-94B2-CD33371006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04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CC2D6935-038F-D464-C92D-808B5EA87C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FD410EBB-3FEB-6D5F-877D-39A60AC85BE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376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3" name="Text Placeholder 43">
            <a:extLst>
              <a:ext uri="{FF2B5EF4-FFF2-40B4-BE49-F238E27FC236}">
                <a16:creationId xmlns:a16="http://schemas.microsoft.com/office/drawing/2014/main" id="{5842F8D1-C8E7-B7F7-193F-396D7F0C1F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12746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35" name="Text Placeholder 43">
            <a:extLst>
              <a:ext uri="{FF2B5EF4-FFF2-40B4-BE49-F238E27FC236}">
                <a16:creationId xmlns:a16="http://schemas.microsoft.com/office/drawing/2014/main" id="{F7ED4793-8249-B71F-2BD9-1E188E58956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12746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01AD36-B7B0-8DA3-E4DF-7B92563C3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187357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 userDrawn="1">
          <p15:clr>
            <a:srgbClr val="FBAE40"/>
          </p15:clr>
        </p15:guide>
        <p15:guide id="13" pos="270" userDrawn="1">
          <p15:clr>
            <a:srgbClr val="FBAE40"/>
          </p15:clr>
        </p15:guide>
        <p15:guide id="14" orient="horz" pos="692" userDrawn="1">
          <p15:clr>
            <a:srgbClr val="FBAE40"/>
          </p15:clr>
        </p15:guide>
        <p15:guide id="15" orient="horz" pos="4049" userDrawn="1">
          <p15:clr>
            <a:srgbClr val="FBAE40"/>
          </p15:clr>
        </p15:guide>
        <p15:guide id="16" pos="7409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4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71151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CC2D6935-038F-D464-C92D-808B5EA87C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FD410EBB-3FEB-6D5F-877D-39A60AC85BE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92969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D01BDA65-4A3A-8C7F-6D57-257CEA15EDA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822312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1B83D0F-C30D-1DAC-90DB-D661B5AF37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0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B90C9969-7DC5-B20D-8F4C-02AC5884CB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5822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D33D3630-A9BD-59E4-DB03-46F3F54B0B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2A5B2A23-B287-6454-94B2-CD33371006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5822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5" name="Text Placeholder 43">
            <a:extLst>
              <a:ext uri="{FF2B5EF4-FFF2-40B4-BE49-F238E27FC236}">
                <a16:creationId xmlns:a16="http://schemas.microsoft.com/office/drawing/2014/main" id="{B19CB6E8-97CB-822F-3F85-A7275483C46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50847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2EF03F68-E44D-2D1B-E3CF-23E57CD8ACB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50847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F69C67C-E89D-2384-2449-3AE3B29A56D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4675A820-B82C-20ED-4FD7-8096B1F92A8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12746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13" name="Text Placeholder 43">
            <a:extLst>
              <a:ext uri="{FF2B5EF4-FFF2-40B4-BE49-F238E27FC236}">
                <a16:creationId xmlns:a16="http://schemas.microsoft.com/office/drawing/2014/main" id="{DF422E5E-8133-BB32-C099-047DCCC1623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12746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B07921-E735-F94C-40EB-71F2AF0C4E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309191098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 userDrawn="1">
          <p15:clr>
            <a:srgbClr val="FBAE40"/>
          </p15:clr>
        </p15:guide>
        <p15:guide id="13" pos="270" userDrawn="1">
          <p15:clr>
            <a:srgbClr val="FBAE40"/>
          </p15:clr>
        </p15:guide>
        <p15:guide id="14" orient="horz" pos="692" userDrawn="1">
          <p15:clr>
            <a:srgbClr val="FBAE40"/>
          </p15:clr>
        </p15:guide>
        <p15:guide id="15" orient="horz" pos="4049" userDrawn="1">
          <p15:clr>
            <a:srgbClr val="FBAE40"/>
          </p15:clr>
        </p15:guide>
        <p15:guide id="16" pos="7409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5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10138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Picture Placeholder 3">
            <a:extLst>
              <a:ext uri="{FF2B5EF4-FFF2-40B4-BE49-F238E27FC236}">
                <a16:creationId xmlns:a16="http://schemas.microsoft.com/office/drawing/2014/main" id="{05696C37-BDF4-2F3D-603C-E1844610595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224666" y="3812592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63" name="Picture Placeholder 3">
            <a:extLst>
              <a:ext uri="{FF2B5EF4-FFF2-40B4-BE49-F238E27FC236}">
                <a16:creationId xmlns:a16="http://schemas.microsoft.com/office/drawing/2014/main" id="{E7C418BE-D8E0-8035-E432-74FD98A897B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525966" y="3812592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99175D0A-6D9D-DBBC-30F3-D0FC5D29CD3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0" name="Text Placeholder 43">
            <a:extLst>
              <a:ext uri="{FF2B5EF4-FFF2-40B4-BE49-F238E27FC236}">
                <a16:creationId xmlns:a16="http://schemas.microsoft.com/office/drawing/2014/main" id="{70D8A088-B7AE-9853-F92D-69BFEFB60E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0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51" name="Text Placeholder 43">
            <a:extLst>
              <a:ext uri="{FF2B5EF4-FFF2-40B4-BE49-F238E27FC236}">
                <a16:creationId xmlns:a16="http://schemas.microsoft.com/office/drawing/2014/main" id="{101E0012-1AFC-2117-1AFF-131E7D68BC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4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52" name="Text Placeholder 43">
            <a:extLst>
              <a:ext uri="{FF2B5EF4-FFF2-40B4-BE49-F238E27FC236}">
                <a16:creationId xmlns:a16="http://schemas.microsoft.com/office/drawing/2014/main" id="{76B9F0EE-35D9-4F4C-DF19-6F1329686F7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53" name="Text Placeholder 43">
            <a:extLst>
              <a:ext uri="{FF2B5EF4-FFF2-40B4-BE49-F238E27FC236}">
                <a16:creationId xmlns:a16="http://schemas.microsoft.com/office/drawing/2014/main" id="{290CBF69-D6CA-7FA4-2148-5B01F5233D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04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F30F8F33-E146-584B-B117-177763926F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5" name="Picture Placeholder 3">
            <a:extLst>
              <a:ext uri="{FF2B5EF4-FFF2-40B4-BE49-F238E27FC236}">
                <a16:creationId xmlns:a16="http://schemas.microsoft.com/office/drawing/2014/main" id="{93AD48AD-2E9D-CCFA-CC34-50B41218A9B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376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6" name="Text Placeholder 43">
            <a:extLst>
              <a:ext uri="{FF2B5EF4-FFF2-40B4-BE49-F238E27FC236}">
                <a16:creationId xmlns:a16="http://schemas.microsoft.com/office/drawing/2014/main" id="{3CFFEEC3-C7DF-AE66-30A4-4911FF001F7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12746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57" name="Text Placeholder 43">
            <a:extLst>
              <a:ext uri="{FF2B5EF4-FFF2-40B4-BE49-F238E27FC236}">
                <a16:creationId xmlns:a16="http://schemas.microsoft.com/office/drawing/2014/main" id="{AF0EB9D8-DAFE-F2BB-AAEB-93E5A6FCF4E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12746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61" name="Text Placeholder 43">
            <a:extLst>
              <a:ext uri="{FF2B5EF4-FFF2-40B4-BE49-F238E27FC236}">
                <a16:creationId xmlns:a16="http://schemas.microsoft.com/office/drawing/2014/main" id="{8150DEEE-F1C8-412C-9A41-9C6A1510A4D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53201" y="5451145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62" name="Text Placeholder 43">
            <a:extLst>
              <a:ext uri="{FF2B5EF4-FFF2-40B4-BE49-F238E27FC236}">
                <a16:creationId xmlns:a16="http://schemas.microsoft.com/office/drawing/2014/main" id="{C0E9FEFA-5AB3-30A2-24C9-3AC8326327F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53201" y="5797901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64" name="Text Placeholder 43">
            <a:extLst>
              <a:ext uri="{FF2B5EF4-FFF2-40B4-BE49-F238E27FC236}">
                <a16:creationId xmlns:a16="http://schemas.microsoft.com/office/drawing/2014/main" id="{7FA20DE0-E4E7-6C95-C8AA-55B9BE2AE57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54501" y="5451145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65" name="Text Placeholder 43">
            <a:extLst>
              <a:ext uri="{FF2B5EF4-FFF2-40B4-BE49-F238E27FC236}">
                <a16:creationId xmlns:a16="http://schemas.microsoft.com/office/drawing/2014/main" id="{BC1BB4AA-BCDE-6809-1034-93EE2784F50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54501" y="5797901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BA4B36-92F3-CCD6-D942-4A1C8BE3CC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526452109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 userDrawn="1">
          <p15:clr>
            <a:srgbClr val="FBAE40"/>
          </p15:clr>
        </p15:guide>
        <p15:guide id="13" pos="270" userDrawn="1">
          <p15:clr>
            <a:srgbClr val="FBAE40"/>
          </p15:clr>
        </p15:guide>
        <p15:guide id="14" orient="horz" pos="692" userDrawn="1">
          <p15:clr>
            <a:srgbClr val="FBAE40"/>
          </p15:clr>
        </p15:guide>
        <p15:guide id="15" orient="horz" pos="4049" userDrawn="1">
          <p15:clr>
            <a:srgbClr val="FBAE40"/>
          </p15:clr>
        </p15:guide>
        <p15:guide id="16" pos="7409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953725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Picture Placeholder 3">
            <a:extLst>
              <a:ext uri="{FF2B5EF4-FFF2-40B4-BE49-F238E27FC236}">
                <a16:creationId xmlns:a16="http://schemas.microsoft.com/office/drawing/2014/main" id="{2E005BC1-0A00-6A3F-9AB9-2090FB403C5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46400" y="1098000"/>
            <a:ext cx="3045600" cy="5760000"/>
          </a:xfrm>
          <a:blipFill>
            <a:blip r:embed="rId5"/>
            <a:stretch>
              <a:fillRect/>
            </a:stretch>
          </a:blip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55998" y="2016000"/>
            <a:ext cx="5255944" cy="301878"/>
          </a:xfrm>
        </p:spPr>
        <p:txBody>
          <a:bodyPr>
            <a:noAutofit/>
          </a:bodyPr>
          <a:lstStyle>
            <a:lvl1pPr marL="0" indent="0" rtl="0">
              <a:lnSpc>
                <a:spcPct val="120000"/>
              </a:lnSpc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5998" y="1520825"/>
            <a:ext cx="5255944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4D03EDE8-139D-E4AC-B2DF-0B4ABE45D5E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000" y="1530000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EBE14B7E-1369-C17A-8857-D645DEE0EC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55998" y="2847527"/>
            <a:ext cx="5255944" cy="1139662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Company address on three lines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A9030AA-2D09-D294-83F5-D911E61974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55998" y="4535936"/>
            <a:ext cx="5255944" cy="1891852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EE503F-5E60-20CF-7913-904004C1F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547072832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576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55491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Picture Placeholder 3">
            <a:extLst>
              <a:ext uri="{FF2B5EF4-FFF2-40B4-BE49-F238E27FC236}">
                <a16:creationId xmlns:a16="http://schemas.microsoft.com/office/drawing/2014/main" id="{5AC5C679-4332-8618-78DC-64B8D168617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46400" y="1098000"/>
            <a:ext cx="3045600" cy="5760000"/>
          </a:xfrm>
          <a:blipFill>
            <a:blip r:embed="rId5"/>
            <a:stretch>
              <a:fillRect/>
            </a:stretch>
          </a:blip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A9030AA-2D09-D294-83F5-D911E619749C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34458" y="4876301"/>
            <a:ext cx="3920284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DF2A2FE6-E130-9A0B-843E-C9F6EEF7AD7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1658" y="4876301"/>
            <a:ext cx="3920284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34458" y="3842876"/>
            <a:ext cx="3920284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32000" y="3347701"/>
            <a:ext cx="3920284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4D03EDE8-139D-E4AC-B2DF-0B4ABE45D5E2}"/>
              </a:ext>
            </a:extLst>
          </p:cNvPr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432000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AFF74F02-727B-636D-E509-15BFB0DBA67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791658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400E275A-9507-FD29-6760-794ED70D2D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91658" y="3842876"/>
            <a:ext cx="3920284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51" name="Text Placeholder 12">
            <a:extLst>
              <a:ext uri="{FF2B5EF4-FFF2-40B4-BE49-F238E27FC236}">
                <a16:creationId xmlns:a16="http://schemas.microsoft.com/office/drawing/2014/main" id="{E72AEA63-EC16-F334-143C-F4F407B918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91658" y="3347701"/>
            <a:ext cx="3920284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146B3A-75B7-5620-B3DF-822D076AD0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93298722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9" orient="horz" pos="963">
          <p15:clr>
            <a:srgbClr val="FBAE40"/>
          </p15:clr>
        </p15:guide>
        <p15:guide id="10" pos="270">
          <p15:clr>
            <a:srgbClr val="FBAE40"/>
          </p15:clr>
        </p15:guide>
        <p15:guide id="11" orient="horz" pos="692">
          <p15:clr>
            <a:srgbClr val="FBAE40"/>
          </p15:clr>
        </p15:guide>
        <p15:guide id="12" orient="horz" pos="4049">
          <p15:clr>
            <a:srgbClr val="FBAE40"/>
          </p15:clr>
        </p15:guide>
        <p15:guide id="16" pos="576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30139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A9030AA-2D09-D294-83F5-D911E619749C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36100" y="4876301"/>
            <a:ext cx="3479800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DF2A2FE6-E130-9A0B-843E-C9F6EEF7AD7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56100" y="4876301"/>
            <a:ext cx="3479800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31999" y="3842876"/>
            <a:ext cx="3479800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31999" y="3347701"/>
            <a:ext cx="34798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4D03EDE8-139D-E4AC-B2DF-0B4ABE45D5E2}"/>
              </a:ext>
            </a:extLst>
          </p:cNvPr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432000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AFF74F02-727B-636D-E509-15BFB0DBA67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356100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400E275A-9507-FD29-6760-794ED70D2D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6100" y="3842876"/>
            <a:ext cx="3479800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51" name="Text Placeholder 12">
            <a:extLst>
              <a:ext uri="{FF2B5EF4-FFF2-40B4-BE49-F238E27FC236}">
                <a16:creationId xmlns:a16="http://schemas.microsoft.com/office/drawing/2014/main" id="{E72AEA63-EC16-F334-143C-F4F407B918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56100" y="3347701"/>
            <a:ext cx="34798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FD97310F-BF77-3052-7D5F-521AE85495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78813" y="4876301"/>
            <a:ext cx="3479800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A03D3B0-D87F-65E2-20D2-2E3D4FC53E1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8813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AC0C46D-924E-6086-ABF8-9C7B8618C2F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78813" y="3842876"/>
            <a:ext cx="3479800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DE75E8A5-8070-B311-99AA-D3C4B3C392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78813" y="3347701"/>
            <a:ext cx="34798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EBE829B-D1F1-110E-2A2D-99BA9886B4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10717659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9" orient="horz" pos="963">
          <p15:clr>
            <a:srgbClr val="FBAE40"/>
          </p15:clr>
        </p15:guide>
        <p15:guide id="10" pos="270">
          <p15:clr>
            <a:srgbClr val="FBAE40"/>
          </p15:clr>
        </p15:guide>
        <p15:guide id="11" orient="horz" pos="692">
          <p15:clr>
            <a:srgbClr val="FBAE40"/>
          </p15:clr>
        </p15:guide>
        <p15:guide id="12" orient="horz" pos="4049">
          <p15:clr>
            <a:srgbClr val="FBAE40"/>
          </p15:clr>
        </p15:guide>
        <p15:guide id="19" pos="740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3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2.xml"/><Relationship Id="rId30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075058B-0DA5-BCC2-2884-A3AA6637B8D8}"/>
              </a:ext>
            </a:extLst>
          </p:cNvPr>
          <p:cNvGraphicFramePr>
            <a:graphicFrameLocks noChangeAspect="1"/>
          </p:cNvGraphicFramePr>
          <p:nvPr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21007809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306" imgH="306" progId="TCLayout.ActiveDocument.1">
                  <p:embed/>
                </p:oleObj>
              </mc:Choice>
              <mc:Fallback>
                <p:oleObj name="think-cell Slide" r:id="rId28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C075058B-0DA5-BCC2-2884-A3AA6637B8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2B6DD6-B6DA-4A3B-AA01-32E0D7927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GB" noProof="0" dirty="0"/>
              <a:t>Title, 28pt, </a:t>
            </a:r>
            <a:br>
              <a:rPr lang="en-GB" noProof="0" dirty="0"/>
            </a:br>
            <a:r>
              <a:rPr lang="en-GB" noProof="0" dirty="0"/>
              <a:t>2 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E9B469-A741-AADC-88BD-759DB5D44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20824"/>
            <a:ext cx="11328000" cy="490517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/>
            <a:r>
              <a:rPr lang="en-GB" noProof="0" dirty="0"/>
              <a:t>First level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Sixth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D0CF3-0723-425A-205C-484322D63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2912" y="7100600"/>
            <a:ext cx="4114800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rtl="0">
              <a:defRPr sz="1000">
                <a:solidFill>
                  <a:schemeClr val="bg2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331C2-6712-205D-6768-F1C229CF0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7100600"/>
            <a:ext cx="471488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r" rtl="0">
              <a:defRPr sz="1000">
                <a:solidFill>
                  <a:schemeClr val="bg2"/>
                </a:solidFill>
              </a:defRPr>
            </a:lvl1pPr>
          </a:lstStyle>
          <a:p>
            <a:fld id="{97B27895-1833-42C6-927E-7C9AD7EEEA97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85608BD-05B9-34D2-34A7-A5AF7917B1E7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1021614" y="352800"/>
            <a:ext cx="738385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376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706" r:id="rId5"/>
    <p:sldLayoutId id="2147483709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7" r:id="rId24"/>
    <p:sldLayoutId id="2147483708" r:id="rId25"/>
  </p:sldLayoutIdLst>
  <p:transition spd="slow">
    <p:push dir="u"/>
  </p:transition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2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8.xml"/><Relationship Id="rId6" Type="http://schemas.openxmlformats.org/officeDocument/2006/relationships/image" Target="../media/image13.jpg"/><Relationship Id="rId11" Type="http://schemas.openxmlformats.org/officeDocument/2006/relationships/image" Target="../media/image18.png"/><Relationship Id="rId5" Type="http://schemas.openxmlformats.org/officeDocument/2006/relationships/image" Target="../media/image1.emf"/><Relationship Id="rId10" Type="http://schemas.openxmlformats.org/officeDocument/2006/relationships/image" Target="../media/image17.svg"/><Relationship Id="rId4" Type="http://schemas.openxmlformats.org/officeDocument/2006/relationships/oleObject" Target="../embeddings/oleObject26.bin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1366284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818451F-DE2B-B8D1-E7DA-DF54F2094E8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92" b="32292"/>
          <a:stretch>
            <a:fillRect/>
          </a:stretch>
        </p:blipFill>
        <p:spPr/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3DC8AC8-3EE6-0346-C3D1-617A95A52B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bbv Software Services AG  |  </a:t>
            </a:r>
            <a:r>
              <a:rPr lang="en-CH" dirty="0"/>
              <a:t>Date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4A268C-5455-5620-C433-3CCEA88828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/>
              <a:t>Ypp 4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557092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BBE1C08-AA88-72BB-AF71-C57753F3F38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221886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BBE1C08-AA88-72BB-AF71-C57753F3F3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B458723-F8F0-9DEE-EB70-04F588D700D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6"/>
          <a:srcRect t="26389" b="26389"/>
          <a:stretch/>
        </p:blipFill>
        <p:spPr/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02ED5A7-572B-82DF-E867-D87AF7CFD7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/>
              <a:t>|  </a:t>
            </a:r>
            <a:r>
              <a:rPr lang="en-CH" noProof="0"/>
              <a:t>Date</a:t>
            </a:r>
            <a:r>
              <a:rPr lang="en-US" noProof="0"/>
              <a:t> 28/08/2025</a:t>
            </a:r>
            <a:endParaRPr lang="en-GB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A50645-4898-AAC6-F648-5D00E1663E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/>
              <a:t>Bill of materials (BOMs)</a:t>
            </a:r>
            <a:endParaRPr lang="en-GB" noProof="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76990F-B249-6611-0800-1DA433F97A5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CH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EC3FBF0-6FE4-4ED5-97F7-BC43A1D2912A}"/>
              </a:ext>
            </a:extLst>
          </p:cNvPr>
          <p:cNvGrpSpPr/>
          <p:nvPr/>
        </p:nvGrpSpPr>
        <p:grpSpPr>
          <a:xfrm>
            <a:off x="9595831" y="2346866"/>
            <a:ext cx="1736339" cy="526268"/>
            <a:chOff x="8343600" y="2412129"/>
            <a:chExt cx="2315118" cy="701691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0A1A25B-D699-C973-F9E8-41E61746C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343600" y="2412129"/>
              <a:ext cx="1954171" cy="360000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80F7C00-B899-BC79-5218-8DD951C055F2}"/>
                </a:ext>
              </a:extLst>
            </p:cNvPr>
            <p:cNvGrpSpPr/>
            <p:nvPr/>
          </p:nvGrpSpPr>
          <p:grpSpPr>
            <a:xfrm>
              <a:off x="8343600" y="2915820"/>
              <a:ext cx="2315118" cy="198000"/>
              <a:chOff x="8343600" y="2903749"/>
              <a:chExt cx="2315118" cy="198000"/>
            </a:xfrm>
          </p:grpSpPr>
          <p:pic>
            <p:nvPicPr>
              <p:cNvPr id="16" name="Graphic 15">
                <a:extLst>
                  <a:ext uri="{FF2B5EF4-FFF2-40B4-BE49-F238E27FC236}">
                    <a16:creationId xmlns:a16="http://schemas.microsoft.com/office/drawing/2014/main" id="{88E55AF8-2654-F41B-C4A1-D490B9B589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9124668" y="2914533"/>
                <a:ext cx="1534050" cy="180000"/>
              </a:xfrm>
              <a:prstGeom prst="rect">
                <a:avLst/>
              </a:prstGeom>
            </p:spPr>
          </p:pic>
          <p:pic>
            <p:nvPicPr>
              <p:cNvPr id="17" name="Graphic 16">
                <a:extLst>
                  <a:ext uri="{FF2B5EF4-FFF2-40B4-BE49-F238E27FC236}">
                    <a16:creationId xmlns:a16="http://schemas.microsoft.com/office/drawing/2014/main" id="{57BBDFB2-E80D-449C-2D7B-F4BAB3531D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8343600" y="2903749"/>
                <a:ext cx="565068" cy="1980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8571328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561E403-33F7-B94A-DE82-295AC6F21A5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25" r="15853"/>
          <a:stretch/>
        </p:blipFill>
        <p:spPr>
          <a:xfrm>
            <a:off x="6096000" y="1098000"/>
            <a:ext cx="6096000" cy="5760000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E50F8-6089-8B05-8B3F-8F26994E48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/>
              <a:t>Introduction</a:t>
            </a:r>
          </a:p>
          <a:p>
            <a:r>
              <a:rPr lang="en-US"/>
              <a:t>UI/UX Analysis</a:t>
            </a:r>
          </a:p>
          <a:p>
            <a:r>
              <a:rPr lang="en-US"/>
              <a:t>Use Case Diagram</a:t>
            </a:r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2823D42-BBCC-FF67-3367-1A97BAB84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85981048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85B64-599B-FDC8-FA2B-1F31FBC857B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1998" y="1530000"/>
            <a:ext cx="11188501" cy="2146650"/>
          </a:xfrm>
        </p:spPr>
        <p:txBody>
          <a:bodyPr/>
          <a:lstStyle/>
          <a:p>
            <a:pPr marL="0" indent="0" algn="just">
              <a:buNone/>
            </a:pPr>
            <a:r>
              <a:rPr lang="en-US">
                <a:latin typeface="+mj-lt"/>
              </a:rPr>
              <a:t>The bill of materials (BOMs) </a:t>
            </a:r>
            <a:r>
              <a:rPr lang="en-US" b="0">
                <a:latin typeface="+mj-lt"/>
              </a:rPr>
              <a:t>shows you exactly which components are part of a build, and whether any other assemblies share the same components.</a:t>
            </a:r>
          </a:p>
          <a:p>
            <a:pPr marL="0" indent="0" algn="just">
              <a:buNone/>
            </a:pPr>
            <a:r>
              <a:rPr lang="en-US">
                <a:latin typeface="+mj-lt"/>
              </a:rPr>
              <a:t>It define: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>
                <a:latin typeface="+mj-lt"/>
              </a:rPr>
              <a:t>The finished good (final product).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>
                <a:latin typeface="+mj-lt"/>
              </a:rPr>
              <a:t>The materials/components required to produce that product.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>
                <a:latin typeface="+mj-lt"/>
              </a:rPr>
              <a:t>The quantities of each material.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5384F1-80EB-1761-D6AD-72BA72C14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BOMs</a:t>
            </a:r>
          </a:p>
        </p:txBody>
      </p:sp>
    </p:spTree>
    <p:extLst>
      <p:ext uri="{BB962C8B-B14F-4D97-AF65-F5344CB8AC3E}">
        <p14:creationId xmlns:p14="http://schemas.microsoft.com/office/powerpoint/2010/main" val="300747240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B35D465-183A-6899-1E20-15EBDA5CD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61" y="1174642"/>
            <a:ext cx="10941677" cy="5320751"/>
          </a:xfrm>
          <a:prstGeom prst="rect">
            <a:avLst/>
          </a:prstGeom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2F68423B-075F-95E0-57B2-1B7C6C70C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</p:spPr>
        <p:txBody>
          <a:bodyPr/>
          <a:lstStyle/>
          <a:p>
            <a:r>
              <a:rPr lang="en-US"/>
              <a:t>BOM Management</a:t>
            </a:r>
          </a:p>
        </p:txBody>
      </p:sp>
    </p:spTree>
    <p:extLst>
      <p:ext uri="{BB962C8B-B14F-4D97-AF65-F5344CB8AC3E}">
        <p14:creationId xmlns:p14="http://schemas.microsoft.com/office/powerpoint/2010/main" val="60038468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DB0BB-5DA0-A41D-23DA-A1EF57E04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4675AED-C27D-36F3-6AA6-775479BD88B8}"/>
              </a:ext>
            </a:extLst>
          </p:cNvPr>
          <p:cNvGrpSpPr/>
          <p:nvPr/>
        </p:nvGrpSpPr>
        <p:grpSpPr>
          <a:xfrm>
            <a:off x="1002890" y="289427"/>
            <a:ext cx="10859836" cy="6279146"/>
            <a:chOff x="0" y="289427"/>
            <a:chExt cx="10859836" cy="627914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82F0C68-6840-86C1-5844-7001BB9937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289427"/>
              <a:ext cx="10859836" cy="6279146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43DD315-26F9-4043-10C2-99228E068158}"/>
                </a:ext>
              </a:extLst>
            </p:cNvPr>
            <p:cNvSpPr/>
            <p:nvPr/>
          </p:nvSpPr>
          <p:spPr>
            <a:xfrm>
              <a:off x="1450428" y="1665497"/>
              <a:ext cx="5896303" cy="4903076"/>
            </a:xfrm>
            <a:prstGeom prst="rect">
              <a:avLst/>
            </a:prstGeom>
            <a:solidFill>
              <a:srgbClr val="CC071E">
                <a:alpha val="0"/>
              </a:srgbClr>
            </a:solidFill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rtl="0">
                <a:spcAft>
                  <a:spcPts val="600"/>
                </a:spcAft>
              </a:pPr>
              <a:endParaRPr lang="en-US" dirty="0" err="1">
                <a:solidFill>
                  <a:schemeClr val="bg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536A340-EAA9-4B1F-9582-58A52EEEC902}"/>
                </a:ext>
              </a:extLst>
            </p:cNvPr>
            <p:cNvSpPr/>
            <p:nvPr/>
          </p:nvSpPr>
          <p:spPr>
            <a:xfrm>
              <a:off x="7420960" y="1742168"/>
              <a:ext cx="2170386" cy="3762954"/>
            </a:xfrm>
            <a:prstGeom prst="rect">
              <a:avLst/>
            </a:prstGeom>
            <a:solidFill>
              <a:srgbClr val="CC071E">
                <a:alpha val="0"/>
              </a:srgbClr>
            </a:solidFill>
            <a:ln w="5715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rtl="0">
                <a:spcAft>
                  <a:spcPts val="600"/>
                </a:spcAft>
              </a:pPr>
              <a:endParaRPr lang="en-US" dirty="0" err="1">
                <a:solidFill>
                  <a:schemeClr val="bg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2BF76E2-DC3F-9309-45FA-52E501916D70}"/>
                </a:ext>
              </a:extLst>
            </p:cNvPr>
            <p:cNvSpPr/>
            <p:nvPr/>
          </p:nvSpPr>
          <p:spPr>
            <a:xfrm>
              <a:off x="7478110" y="1088537"/>
              <a:ext cx="2170386" cy="576960"/>
            </a:xfrm>
            <a:prstGeom prst="rect">
              <a:avLst/>
            </a:prstGeom>
            <a:solidFill>
              <a:srgbClr val="CC071E">
                <a:alpha val="0"/>
              </a:srgbClr>
            </a:solidFill>
            <a:ln w="57150">
              <a:solidFill>
                <a:srgbClr val="3374A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rtl="0">
                <a:spcAft>
                  <a:spcPts val="600"/>
                </a:spcAft>
              </a:pPr>
              <a:endParaRPr lang="en-US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CF7243E-30AA-D5BF-6CCD-18EDE745645D}"/>
              </a:ext>
            </a:extLst>
          </p:cNvPr>
          <p:cNvSpPr txBox="1"/>
          <p:nvPr/>
        </p:nvSpPr>
        <p:spPr>
          <a:xfrm>
            <a:off x="1317628" y="1987267"/>
            <a:ext cx="820952" cy="317500"/>
          </a:xfrm>
          <a:prstGeom prst="rect">
            <a:avLst/>
          </a:prstGeom>
          <a:solidFill>
            <a:srgbClr val="99BEB0"/>
          </a:solidFill>
        </p:spPr>
        <p:txBody>
          <a:bodyPr wrap="none" lIns="0" tIns="0" rIns="0" bIns="0" rtlCol="0" anchor="t" anchorCtr="0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buClr>
                <a:schemeClr val="tx1"/>
              </a:buClr>
            </a:pPr>
            <a:r>
              <a:rPr lang="en-US" b="1"/>
              <a:t>BOM</a:t>
            </a:r>
            <a:endParaRPr lang="en-US" b="1" dirty="0" err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E901D1-6114-C805-0B7E-1105E96F5569}"/>
              </a:ext>
            </a:extLst>
          </p:cNvPr>
          <p:cNvSpPr txBox="1"/>
          <p:nvPr/>
        </p:nvSpPr>
        <p:spPr>
          <a:xfrm>
            <a:off x="9468465" y="672370"/>
            <a:ext cx="1212482" cy="317500"/>
          </a:xfrm>
          <a:prstGeom prst="rect">
            <a:avLst/>
          </a:prstGeom>
          <a:solidFill>
            <a:srgbClr val="99B9D4"/>
          </a:solidFill>
        </p:spPr>
        <p:txBody>
          <a:bodyPr wrap="none" lIns="0" tIns="0" rIns="0" bIns="0" rtlCol="0" anchor="t" anchorCtr="0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buClr>
                <a:schemeClr val="tx1"/>
              </a:buClr>
            </a:pPr>
            <a:r>
              <a:rPr lang="en-US" b="1"/>
              <a:t>COSTS</a:t>
            </a:r>
            <a:endParaRPr lang="en-US" b="1" dirty="0" err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4924D9-799D-72AB-0192-CC480C670BCA}"/>
              </a:ext>
            </a:extLst>
          </p:cNvPr>
          <p:cNvSpPr txBox="1"/>
          <p:nvPr/>
        </p:nvSpPr>
        <p:spPr>
          <a:xfrm>
            <a:off x="9591304" y="5581793"/>
            <a:ext cx="1597806" cy="317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lIns="0" tIns="0" rIns="0" bIns="0" rtlCol="0" anchor="t" anchorCtr="0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buClr>
                <a:schemeClr val="tx1"/>
              </a:buClr>
            </a:pPr>
            <a:r>
              <a:rPr lang="en-US" b="1"/>
              <a:t>OPERATIONS</a:t>
            </a:r>
            <a:endParaRPr lang="en-US" b="1" dirty="0" err="1"/>
          </a:p>
        </p:txBody>
      </p:sp>
    </p:spTree>
    <p:extLst>
      <p:ext uri="{BB962C8B-B14F-4D97-AF65-F5344CB8AC3E}">
        <p14:creationId xmlns:p14="http://schemas.microsoft.com/office/powerpoint/2010/main" val="157363989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67539B-7371-47E0-788F-AB62346B9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3EAC8D-46BC-4646-45B0-4E2CE10A4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07" y="759340"/>
            <a:ext cx="6507767" cy="5892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0EA0A9-CFE7-2709-3185-88ED8AC82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017" y="2338293"/>
            <a:ext cx="5265606" cy="32993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272F942-FC96-2637-FF58-98042CB69138}"/>
              </a:ext>
            </a:extLst>
          </p:cNvPr>
          <p:cNvSpPr txBox="1"/>
          <p:nvPr/>
        </p:nvSpPr>
        <p:spPr>
          <a:xfrm>
            <a:off x="431999" y="183600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Clr>
                <a:schemeClr val="tx1"/>
              </a:buClr>
            </a:pPr>
            <a:r>
              <a:rPr lang="en-US" sz="2800" b="1">
                <a:solidFill>
                  <a:schemeClr val="tx2"/>
                </a:solidFill>
              </a:rPr>
              <a:t>Add A New Product Recipe</a:t>
            </a:r>
            <a:endParaRPr lang="en-US" sz="2800" b="1" dirty="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014420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F219BD-32D5-FBCD-3451-C18B638D5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 Operations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EAC1CC-1049-6EB2-9998-17A16D51C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70" y="1063283"/>
            <a:ext cx="2156171" cy="53163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A970D9-C8AF-41D0-2BC5-E051EF3F0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469" y="2026915"/>
            <a:ext cx="2724530" cy="31722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41149E4-C528-5CAD-60F3-8970D2FD57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290" y="2026915"/>
            <a:ext cx="2295845" cy="31532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1AA2739-3C99-12CC-C606-EC3F07DD9DD9}"/>
              </a:ext>
            </a:extLst>
          </p:cNvPr>
          <p:cNvSpPr txBox="1"/>
          <p:nvPr/>
        </p:nvSpPr>
        <p:spPr>
          <a:xfrm>
            <a:off x="4326289" y="1569715"/>
            <a:ext cx="1290739" cy="91440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 rtl="0">
              <a:lnSpc>
                <a:spcPct val="120000"/>
              </a:lnSpc>
              <a:spcAft>
                <a:spcPts val="600"/>
              </a:spcAft>
              <a:buClr>
                <a:schemeClr val="tx1"/>
              </a:buClr>
            </a:pPr>
            <a:r>
              <a:rPr lang="en-US"/>
              <a:t>Select operation</a:t>
            </a:r>
            <a:endParaRPr lang="en-US" dirty="0" err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181076-3592-ACD6-F728-B54AADA03557}"/>
              </a:ext>
            </a:extLst>
          </p:cNvPr>
          <p:cNvSpPr txBox="1"/>
          <p:nvPr/>
        </p:nvSpPr>
        <p:spPr>
          <a:xfrm>
            <a:off x="7427469" y="1602932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 rtl="0">
              <a:lnSpc>
                <a:spcPct val="120000"/>
              </a:lnSpc>
              <a:spcAft>
                <a:spcPts val="600"/>
              </a:spcAft>
              <a:buClr>
                <a:schemeClr val="tx1"/>
              </a:buClr>
            </a:pPr>
            <a:r>
              <a:rPr lang="en-US"/>
              <a:t>Add Cost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46645331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D5F67-F7B1-1226-30E4-C3A3090F9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499B06-B42A-065A-E33D-13A5C4546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Track Component Usage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6A2393-1799-52D2-39B6-98A873433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79" y="1803374"/>
            <a:ext cx="6962028" cy="35405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C13610-C73C-9A78-5AE6-D371D42A7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106" y="2444174"/>
            <a:ext cx="4537315" cy="22534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CA3D697-02CB-B514-50AE-7229412A5160}"/>
              </a:ext>
            </a:extLst>
          </p:cNvPr>
          <p:cNvSpPr/>
          <p:nvPr/>
        </p:nvSpPr>
        <p:spPr>
          <a:xfrm>
            <a:off x="1828801" y="2882899"/>
            <a:ext cx="1333500" cy="317501"/>
          </a:xfrm>
          <a:prstGeom prst="rect">
            <a:avLst/>
          </a:prstGeom>
          <a:solidFill>
            <a:srgbClr val="CC071E">
              <a:alpha val="0"/>
            </a:srgbClr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471331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4035FD-BA18-FBD9-ACDC-82343F823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Integration with Manufacture Orders (MOs)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F0A242-DBAE-96DF-16B8-28F5CFC70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9" y="1565178"/>
            <a:ext cx="10887642" cy="5178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282701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017CA1-BF86-5F8C-745D-A8F2DDD52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Integration with Manufacture Orders (MOs)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9B7A54-6DEF-EDF2-1309-D5973031A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531" y="1098000"/>
            <a:ext cx="10274937" cy="5757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32EC747-66FA-B433-4E9C-DB2AE6A8AC01}"/>
              </a:ext>
            </a:extLst>
          </p:cNvPr>
          <p:cNvSpPr/>
          <p:nvPr/>
        </p:nvSpPr>
        <p:spPr>
          <a:xfrm>
            <a:off x="958532" y="3279227"/>
            <a:ext cx="10274936" cy="3289345"/>
          </a:xfrm>
          <a:prstGeom prst="rect">
            <a:avLst/>
          </a:prstGeom>
          <a:solidFill>
            <a:srgbClr val="CC071E">
              <a:alpha val="0"/>
            </a:srgbClr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7531338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92625D-0380-A4B1-5D68-A8B6ECBDE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CASE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516DC9-A760-C089-CB9B-8B18CE727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149" y="736620"/>
            <a:ext cx="7835701" cy="612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948416"/>
      </p:ext>
    </p:extLst>
  </p:cSld>
  <p:clrMapOvr>
    <a:masterClrMapping/>
  </p:clrMapOvr>
  <p:transition spd="slow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bv template EN">
  <a:themeElements>
    <a:clrScheme name="Custom 418">
      <a:dk1>
        <a:srgbClr val="333333"/>
      </a:dk1>
      <a:lt1>
        <a:srgbClr val="FFFFFF"/>
      </a:lt1>
      <a:dk2>
        <a:srgbClr val="CC071E"/>
      </a:dk2>
      <a:lt2>
        <a:srgbClr val="707173"/>
      </a:lt2>
      <a:accent1>
        <a:srgbClr val="707173"/>
      </a:accent1>
      <a:accent2>
        <a:srgbClr val="9C9E9F"/>
      </a:accent2>
      <a:accent3>
        <a:srgbClr val="B1B2B4"/>
      </a:accent3>
      <a:accent4>
        <a:srgbClr val="C6C7C8"/>
      </a:accent4>
      <a:accent5>
        <a:srgbClr val="D9DADB"/>
      </a:accent5>
      <a:accent6>
        <a:srgbClr val="ECECED"/>
      </a:accent6>
      <a:hlink>
        <a:srgbClr val="333333"/>
      </a:hlink>
      <a:folHlink>
        <a:srgbClr val="333333"/>
      </a:folHlink>
    </a:clrScheme>
    <a:fontScheme name="PTW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l" rtl="0">
          <a:spcAft>
            <a:spcPts val="600"/>
          </a:spcAft>
          <a:defRPr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noAutofit/>
      </a:bodyPr>
      <a:lstStyle>
        <a:defPPr marL="285750" indent="-285750" algn="l" rtl="0">
          <a:lnSpc>
            <a:spcPct val="120000"/>
          </a:lnSpc>
          <a:spcAft>
            <a:spcPts val="600"/>
          </a:spcAft>
          <a:buClr>
            <a:schemeClr val="tx1"/>
          </a:buClr>
          <a:buFont typeface="Arial" panose="020B0604020202020204" pitchFamily="34" charset="0"/>
          <a:buChar char="•"/>
          <a:defRPr dirty="0" err="1" smtClean="0"/>
        </a:defPPr>
      </a:lstStyle>
    </a:txDef>
  </a:objectDefaults>
  <a:extraClrSchemeLst/>
  <a:custClrLst>
    <a:custClr name="Custom Color 1">
      <a:srgbClr val="005194"/>
    </a:custClr>
    <a:custClr name="Custom Color 2">
      <a:srgbClr val="3374A9"/>
    </a:custClr>
    <a:custClr name="Custom Color 3">
      <a:srgbClr val="6697BF"/>
    </a:custClr>
    <a:custClr name="Custom Color 4">
      <a:srgbClr val="99B9D4"/>
    </a:custClr>
    <a:custClr name="BLANK">
      <a:srgbClr val="FFFFFF"/>
    </a:custClr>
    <a:custClr name="BLANK">
      <a:srgbClr val="FFFFFF"/>
    </a:custClr>
    <a:custClr name="Custom Color 7">
      <a:srgbClr val="F39800"/>
    </a:custClr>
    <a:custClr name="Custom Color 8">
      <a:srgbClr val="F5AD33"/>
    </a:custClr>
    <a:custClr name="Custom Color 9">
      <a:srgbClr val="F8C166"/>
    </a:custClr>
    <a:custClr name="Custom Color 10">
      <a:srgbClr val="FAD699"/>
    </a:custClr>
    <a:custClr name="Custom Color 11">
      <a:srgbClr val="005D39"/>
    </a:custClr>
    <a:custClr name="Custom Color 12">
      <a:srgbClr val="337D61"/>
    </a:custClr>
    <a:custClr name="Custom Color 13">
      <a:srgbClr val="669E88"/>
    </a:custClr>
    <a:custClr name="Custom Color 14">
      <a:srgbClr val="99BEB0"/>
    </a:custClr>
    <a:custClr name="BLANK">
      <a:srgbClr val="FFFFFF"/>
    </a:custClr>
    <a:custClr name="BLANK">
      <a:srgbClr val="FFFFFF"/>
    </a:custClr>
    <a:custClr name="Custom Color 17">
      <a:srgbClr val="5C154F"/>
    </a:custClr>
    <a:custClr name="Custom Color 18">
      <a:srgbClr val="7D4472"/>
    </a:custClr>
    <a:custClr name="Custom Color 19">
      <a:srgbClr val="9D7395"/>
    </a:custClr>
    <a:custClr name="Custom Color 20">
      <a:srgbClr val="BEA1B9"/>
    </a:custClr>
  </a:custClrLst>
  <a:extLst>
    <a:ext uri="{05A4C25C-085E-4340-85A3-A5531E510DB2}">
      <thm15:themeFamily xmlns:thm15="http://schemas.microsoft.com/office/thememl/2012/main" name="bbv Template EN.potx" id="{62510A1F-2EA7-4EA2-AAB4-F1C7937D1124}" vid="{EAF1E2DA-C1F8-46A6-B21C-C2C8E7E0A1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ECA5C03B5B3648A59C327F9B592BCA" ma:contentTypeVersion="18" ma:contentTypeDescription="Create a new document." ma:contentTypeScope="" ma:versionID="6c18a499376fe99d18d064f593f17266">
  <xsd:schema xmlns:xsd="http://www.w3.org/2001/XMLSchema" xmlns:xs="http://www.w3.org/2001/XMLSchema" xmlns:p="http://schemas.microsoft.com/office/2006/metadata/properties" xmlns:ns2="ab110e31-9a28-463c-b599-9105678ef09e" xmlns:ns3="b416dfb7-f3da-461d-9305-4b76a01efcc1" targetNamespace="http://schemas.microsoft.com/office/2006/metadata/properties" ma:root="true" ma:fieldsID="c0ea90f0bc4730787fb2734bd82545d6" ns2:_="" ns3:_="">
    <xsd:import namespace="ab110e31-9a28-463c-b599-9105678ef09e"/>
    <xsd:import namespace="b416dfb7-f3da-461d-9305-4b76a01efc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110e31-9a28-463c-b599-9105678ef0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ac9124cb-9502-46c0-8e39-0e7eaae655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16dfb7-f3da-461d-9305-4b76a01efcc1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b86b37b-a08c-44d0-9ed8-25de7933685a}" ma:internalName="TaxCatchAll" ma:showField="CatchAllData" ma:web="b416dfb7-f3da-461d-9305-4b76a01efc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CB484D-016C-43DE-886B-249507DD658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0C702D9-9E55-4D09-9269-3B464CFDB0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b110e31-9a28-463c-b599-9105678ef09e"/>
    <ds:schemaRef ds:uri="b416dfb7-f3da-461d-9305-4b76a01efc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bbv template EN</Template>
  <TotalTime>150</TotalTime>
  <Words>122</Words>
  <Application>Microsoft Office PowerPoint</Application>
  <PresentationFormat>Widescreen</PresentationFormat>
  <Paragraphs>31</Paragraphs>
  <Slides>13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bbv template EN</vt:lpstr>
      <vt:lpstr>think-cell Slide</vt:lpstr>
      <vt:lpstr>PowerPoint Presentation</vt:lpstr>
      <vt:lpstr>Ypp 4</vt:lpstr>
      <vt:lpstr>Bill of materials (BOMs)</vt:lpstr>
      <vt:lpstr>Agenda</vt:lpstr>
      <vt:lpstr>BOMs</vt:lpstr>
      <vt:lpstr>BOM Management</vt:lpstr>
      <vt:lpstr>PowerPoint Presentation</vt:lpstr>
      <vt:lpstr> </vt:lpstr>
      <vt:lpstr>Add Operations</vt:lpstr>
      <vt:lpstr>Track Component Usage</vt:lpstr>
      <vt:lpstr>Integration with Manufacture Orders (MOs)</vt:lpstr>
      <vt:lpstr>Integration with Manufacture Orders (MOs)</vt:lpstr>
      <vt:lpstr>USE CASE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Dao Trong Vo</dc:creator>
  <cp:lastModifiedBy>Tuyết Mi</cp:lastModifiedBy>
  <cp:revision>3</cp:revision>
  <dcterms:created xsi:type="dcterms:W3CDTF">2025-07-10T03:51:23Z</dcterms:created>
  <dcterms:modified xsi:type="dcterms:W3CDTF">2025-08-28T08:25:58Z</dcterms:modified>
</cp:coreProperties>
</file>